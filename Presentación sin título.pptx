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  <p:embeddedFont>
      <p:font typeface="Roboto Mon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RobotoMono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italic.fntdata"/><Relationship Id="rId25" Type="http://schemas.openxmlformats.org/officeDocument/2006/relationships/font" Target="fonts/RobotoMono-bold.fntdata"/><Relationship Id="rId27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19" Type="http://schemas.openxmlformats.org/officeDocument/2006/relationships/font" Target="fonts/Montserrat-boldItalic.fntdata"/><Relationship Id="rId18" Type="http://schemas.openxmlformats.org/officeDocument/2006/relationships/font" Target="fonts/Montserra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87aa1e8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87aa1e8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87aa1e8e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87aa1e8e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87aa1e8e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987aa1e8e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87aa1e8e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987aa1e8e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59d873a1e79c100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59d873a1e79c100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59d873a1e79c1005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59d873a1e79c1005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88072b53d_3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988072b53d_3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88072b53d_3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988072b53d_3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988072b53d_3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988072b53d_3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62325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TIENDA DE ABARROTES 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s" sz="925"/>
              <a:t>Integrantes:</a:t>
            </a:r>
            <a:r>
              <a:rPr lang="es" sz="1075">
                <a:latin typeface="Times New Roman"/>
                <a:ea typeface="Times New Roman"/>
                <a:cs typeface="Times New Roman"/>
                <a:sym typeface="Times New Roman"/>
              </a:rPr>
              <a:t>Llano Coaguila, Anthony Bryan</a:t>
            </a:r>
            <a:endParaRPr sz="107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686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75"/>
              <a:buFont typeface="Times New Roman"/>
              <a:buChar char="-"/>
            </a:pPr>
            <a:r>
              <a:rPr lang="es" sz="1075">
                <a:latin typeface="Times New Roman"/>
                <a:ea typeface="Times New Roman"/>
                <a:cs typeface="Times New Roman"/>
                <a:sym typeface="Times New Roman"/>
              </a:rPr>
              <a:t>Ccoropuna Alejandro, Celso Gustavo</a:t>
            </a:r>
            <a:endParaRPr sz="107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686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75"/>
              <a:buFont typeface="Times New Roman"/>
              <a:buChar char="-"/>
            </a:pPr>
            <a:r>
              <a:rPr lang="es" sz="1075">
                <a:latin typeface="Times New Roman"/>
                <a:ea typeface="Times New Roman"/>
                <a:cs typeface="Times New Roman"/>
                <a:sym typeface="Times New Roman"/>
              </a:rPr>
              <a:t>Jara Machicao, Alim Erasmo</a:t>
            </a:r>
            <a:endParaRPr sz="107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686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75"/>
              <a:buFont typeface="Times New Roman"/>
              <a:buChar char="-"/>
            </a:pPr>
            <a:r>
              <a:rPr lang="es" sz="1075">
                <a:latin typeface="Times New Roman"/>
                <a:ea typeface="Times New Roman"/>
                <a:cs typeface="Times New Roman"/>
                <a:sym typeface="Times New Roman"/>
              </a:rPr>
              <a:t>Cueva Alanguia, Cristian</a:t>
            </a:r>
            <a:endParaRPr sz="107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686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75"/>
              <a:buFont typeface="Times New Roman"/>
              <a:buChar char="-"/>
            </a:pPr>
            <a:r>
              <a:rPr lang="es" sz="1075">
                <a:latin typeface="Times New Roman"/>
                <a:ea typeface="Times New Roman"/>
                <a:cs typeface="Times New Roman"/>
                <a:sym typeface="Times New Roman"/>
              </a:rPr>
              <a:t>Jose Carlos Rivero Mamani</a:t>
            </a:r>
            <a:endParaRPr sz="107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686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75"/>
              <a:buFont typeface="Times New Roman"/>
              <a:buChar char="-"/>
            </a:pPr>
            <a:r>
              <a:rPr lang="es" sz="1075">
                <a:latin typeface="Times New Roman"/>
                <a:ea typeface="Times New Roman"/>
                <a:cs typeface="Times New Roman"/>
                <a:sym typeface="Times New Roman"/>
              </a:rPr>
              <a:t>Leovigildo Domingo Caya Umiyauri</a:t>
            </a:r>
            <a:endParaRPr sz="925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OBJETIVO: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886300" y="11161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2860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latin typeface="Arial"/>
                <a:ea typeface="Arial"/>
                <a:cs typeface="Arial"/>
                <a:sym typeface="Arial"/>
              </a:rPr>
              <a:t>  El presente proyecto tiene como propósito desarrollar un sistema que permita gestionar de manera eficiente los productos de una tienda de abarrotes.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latin typeface="Arial"/>
                <a:ea typeface="Arial"/>
                <a:cs typeface="Arial"/>
                <a:sym typeface="Arial"/>
              </a:rPr>
              <a:t>  Se busca implementar un sistema sencillo en C++ que ayude a monitorear la información de los productos, facilitando el control de su nombre, precio y cantidad disponible. Este sistema permitirá realizar operaciones básicas como agregar, mostrar y eliminar productos, además de contar con un menú de navegación que mejore la interacción con el usuario.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5828" y="405737"/>
            <a:ext cx="3232351" cy="317559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5"/>
          <p:cNvSpPr txBox="1"/>
          <p:nvPr/>
        </p:nvSpPr>
        <p:spPr>
          <a:xfrm>
            <a:off x="2955825" y="3775540"/>
            <a:ext cx="3958500" cy="11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Esta parte del código define una estructura llamada usuario, que sirve para almacenar datos personales (nombre, apellido y edad) y enlazar varios usuarios entre sí mediante un puntero (siguiente), formando una lista enlazada.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idx="1" type="subTitle"/>
          </p:nvPr>
        </p:nvSpPr>
        <p:spPr>
          <a:xfrm>
            <a:off x="2751249" y="3832525"/>
            <a:ext cx="4077300" cy="11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Este código define una estructura llamada productos, que sirve para guardar la información de un producto (nombre, precio y cantidad) y enlazarlo con otro producto mediante un puntero (siguiente_pro).</a:t>
            </a:r>
            <a:endParaRPr/>
          </a:p>
        </p:txBody>
      </p:sp>
      <p:pic>
        <p:nvPicPr>
          <p:cNvPr id="153" name="Google Shape;15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3850" y="332677"/>
            <a:ext cx="3954426" cy="3410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idx="1" type="subTitle"/>
          </p:nvPr>
        </p:nvSpPr>
        <p:spPr>
          <a:xfrm>
            <a:off x="3306848" y="4046388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función </a:t>
            </a:r>
            <a:r>
              <a:rPr b="1" lang="es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registrar</a:t>
            </a:r>
            <a:r>
              <a:rPr lang="e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crea un nuevo nodo con los datos del usuario (nombre, apellido y edad) y lo inserta al final de una lista enlazada. Primero verifica si la lista está vacía; si es así, el nuevo nodo se convierte en el inicio de la lista. En caso contrario, recorre todos los nodos existentes usando un puntero temporal hasta encontrar el último, y allí enlaza el nuevo nodo, ampliando así la lista con el nuevo registro de usuario.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59" name="Google Shape;15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4850" y="453350"/>
            <a:ext cx="6128125" cy="2829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2010900" y="3570350"/>
            <a:ext cx="4240800" cy="10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</a:rPr>
              <a:t>La función </a:t>
            </a:r>
            <a:r>
              <a:rPr lang="es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registrar</a:t>
            </a:r>
            <a:r>
              <a:rPr lang="es" sz="1100">
                <a:solidFill>
                  <a:schemeClr val="lt1"/>
                </a:solidFill>
              </a:rPr>
              <a:t> sirve para agregar un nuevo usuario a una lista enlazada. Primero crea un nodo con los datos del usuario y verifica si la lista está vacía; si lo está, ese nodo pasa a ser el primero. Si ya existen usuarios, recorre la lista con un puntero hasta el último nodo y enlaza allí el nuevo, quedando al final de la lista.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ctrTitle"/>
          </p:nvPr>
        </p:nvSpPr>
        <p:spPr>
          <a:xfrm>
            <a:off x="-2468150" y="265175"/>
            <a:ext cx="1546800" cy="1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8"/>
          <p:cNvSpPr txBox="1"/>
          <p:nvPr>
            <p:ph idx="1" type="subTitle"/>
          </p:nvPr>
        </p:nvSpPr>
        <p:spPr>
          <a:xfrm>
            <a:off x="3086725" y="3418775"/>
            <a:ext cx="3470700" cy="16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4700">
                <a:latin typeface="Arial"/>
                <a:ea typeface="Arial"/>
                <a:cs typeface="Arial"/>
                <a:sym typeface="Arial"/>
              </a:rPr>
              <a:t>La función </a:t>
            </a:r>
            <a:r>
              <a:rPr lang="es" sz="4700">
                <a:latin typeface="Roboto Mono"/>
                <a:ea typeface="Roboto Mono"/>
                <a:cs typeface="Roboto Mono"/>
                <a:sym typeface="Roboto Mono"/>
              </a:rPr>
              <a:t>Verdescripcionproductos</a:t>
            </a:r>
            <a:r>
              <a:rPr lang="es" sz="4700">
                <a:latin typeface="Arial"/>
                <a:ea typeface="Arial"/>
                <a:cs typeface="Arial"/>
                <a:sym typeface="Arial"/>
              </a:rPr>
              <a:t> busca un producto por su nombre dentro de una lista enlazada. Primero verifica si la lista está vacía; si no lo está, pide al usuario ingresar el nombre del producto a buscar y recorre la lista nodo por nodo comparando los nombres. Si encuentra coincidencia, muestra su nombre, precio y cantidad; de lo contrario, indica que el producto no fue encontrado.</a:t>
            </a:r>
            <a:endParaRPr sz="4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750" y="265175"/>
            <a:ext cx="7538974" cy="289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>
            <p:ph type="ctrTitle"/>
          </p:nvPr>
        </p:nvSpPr>
        <p:spPr>
          <a:xfrm>
            <a:off x="9857100" y="1414225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9"/>
          <p:cNvSpPr txBox="1"/>
          <p:nvPr>
            <p:ph idx="1" type="subTitle"/>
          </p:nvPr>
        </p:nvSpPr>
        <p:spPr>
          <a:xfrm>
            <a:off x="3538150" y="396597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s" sz="1105">
                <a:latin typeface="Arial"/>
                <a:ea typeface="Arial"/>
                <a:cs typeface="Arial"/>
                <a:sym typeface="Arial"/>
              </a:rPr>
              <a:t>La función </a:t>
            </a:r>
            <a:r>
              <a:rPr lang="es" sz="1105">
                <a:latin typeface="Roboto Mono"/>
                <a:ea typeface="Roboto Mono"/>
                <a:cs typeface="Roboto Mono"/>
                <a:sym typeface="Roboto Mono"/>
              </a:rPr>
              <a:t>agregarProducto</a:t>
            </a:r>
            <a:r>
              <a:rPr lang="es" sz="1105">
                <a:latin typeface="Arial"/>
                <a:ea typeface="Arial"/>
                <a:cs typeface="Arial"/>
                <a:sym typeface="Arial"/>
              </a:rPr>
              <a:t> crea un nuevo nodo con los datos de un producto (nombre, precio y cantidad) y lo inserta al final de una lista enlazada. Si la lista está vacía, el nuevo producto se convierte en el primero; de lo contrario, recorre la lista hasta el último nodo y enlaza allí el nuevo producto.</a:t>
            </a:r>
            <a:endParaRPr sz="1215"/>
          </a:p>
        </p:txBody>
      </p:sp>
      <p:pic>
        <p:nvPicPr>
          <p:cNvPr id="174" name="Google Shape;17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6950" y="343900"/>
            <a:ext cx="7557700" cy="340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/>
          <p:nvPr>
            <p:ph type="ctrTitle"/>
          </p:nvPr>
        </p:nvSpPr>
        <p:spPr>
          <a:xfrm>
            <a:off x="9610850" y="99285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0"/>
          <p:cNvSpPr txBox="1"/>
          <p:nvPr>
            <p:ph idx="1" type="subTitle"/>
          </p:nvPr>
        </p:nvSpPr>
        <p:spPr>
          <a:xfrm>
            <a:off x="5496850" y="1621050"/>
            <a:ext cx="3470700" cy="19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4700">
                <a:latin typeface="Arial"/>
                <a:ea typeface="Arial"/>
                <a:cs typeface="Arial"/>
                <a:sym typeface="Arial"/>
              </a:rPr>
              <a:t>La función </a:t>
            </a:r>
            <a:r>
              <a:rPr lang="es" sz="4700">
                <a:latin typeface="Roboto Mono"/>
                <a:ea typeface="Roboto Mono"/>
                <a:cs typeface="Roboto Mono"/>
                <a:sym typeface="Roboto Mono"/>
              </a:rPr>
              <a:t>eliminar</a:t>
            </a:r>
            <a:r>
              <a:rPr lang="es" sz="4700">
                <a:latin typeface="Arial"/>
                <a:ea typeface="Arial"/>
                <a:cs typeface="Arial"/>
                <a:sym typeface="Arial"/>
              </a:rPr>
              <a:t> busca y elimina un producto de una lista enlazada según su nombre. Primero verifica si la lista está vacía; si no, comprueba si el producto a eliminar está al inicio y, de ser así, actualiza el puntero inicial. Si el producto no está al comienzo, recorre la lista hasta encontrarlo y luego ajusta los enlaces para quitar ese nodo, liberando su memoria. Si no lo encuentra, muestra un mensaje indicando que el elemento no existe.</a:t>
            </a:r>
            <a:endParaRPr sz="4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1" name="Google Shape;18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500" y="371275"/>
            <a:ext cx="4468350" cy="385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1"/>
          <p:cNvSpPr txBox="1"/>
          <p:nvPr>
            <p:ph idx="1" type="subTitle"/>
          </p:nvPr>
        </p:nvSpPr>
        <p:spPr>
          <a:xfrm>
            <a:off x="2689000" y="3829175"/>
            <a:ext cx="5017500" cy="11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4700">
                <a:latin typeface="Arial"/>
                <a:ea typeface="Arial"/>
                <a:cs typeface="Arial"/>
                <a:sym typeface="Arial"/>
              </a:rPr>
              <a:t>La función </a:t>
            </a:r>
            <a:r>
              <a:rPr lang="es" sz="4700">
                <a:latin typeface="Roboto Mono"/>
                <a:ea typeface="Roboto Mono"/>
                <a:cs typeface="Roboto Mono"/>
                <a:sym typeface="Roboto Mono"/>
              </a:rPr>
              <a:t>mostrar</a:t>
            </a:r>
            <a:r>
              <a:rPr lang="es" sz="4700">
                <a:latin typeface="Arial"/>
                <a:ea typeface="Arial"/>
                <a:cs typeface="Arial"/>
                <a:sym typeface="Arial"/>
              </a:rPr>
              <a:t> recorre la lista enlazada de productos y muestra en pantalla el nombre, precio y cantidad de cada uno; si la lista está vacía, indica que no hay productos registrados.</a:t>
            </a:r>
            <a:br>
              <a:rPr lang="es" sz="4700">
                <a:latin typeface="Arial"/>
                <a:ea typeface="Arial"/>
                <a:cs typeface="Arial"/>
                <a:sym typeface="Arial"/>
              </a:rPr>
            </a:br>
            <a:r>
              <a:rPr lang="es" sz="4700">
                <a:latin typeface="Arial"/>
                <a:ea typeface="Arial"/>
                <a:cs typeface="Arial"/>
                <a:sym typeface="Arial"/>
              </a:rPr>
              <a:t> Por otro lado, la función </a:t>
            </a:r>
            <a:r>
              <a:rPr lang="es" sz="4700">
                <a:latin typeface="Roboto Mono"/>
                <a:ea typeface="Roboto Mono"/>
                <a:cs typeface="Roboto Mono"/>
                <a:sym typeface="Roboto Mono"/>
              </a:rPr>
              <a:t>Menu</a:t>
            </a:r>
            <a:r>
              <a:rPr lang="es" sz="4700">
                <a:latin typeface="Arial"/>
                <a:ea typeface="Arial"/>
                <a:cs typeface="Arial"/>
                <a:sym typeface="Arial"/>
              </a:rPr>
              <a:t> muestra un menú principal con las opciones disponibles del programa, como registrar usuarios, agregar, buscar, eliminar y mostrar productos, además de la opción para salir.</a:t>
            </a:r>
            <a:endParaRPr sz="4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8" name="Google Shape;18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9300" y="546425"/>
            <a:ext cx="7143326" cy="307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>
            <p:ph idx="1" type="subTitle"/>
          </p:nvPr>
        </p:nvSpPr>
        <p:spPr>
          <a:xfrm>
            <a:off x="1800875" y="3760775"/>
            <a:ext cx="5326200" cy="11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4700">
                <a:latin typeface="Arial"/>
                <a:ea typeface="Arial"/>
                <a:cs typeface="Arial"/>
                <a:sym typeface="Arial"/>
              </a:rPr>
              <a:t>La función </a:t>
            </a:r>
            <a:r>
              <a:rPr lang="es" sz="4700">
                <a:latin typeface="Roboto Mono"/>
                <a:ea typeface="Roboto Mono"/>
                <a:cs typeface="Roboto Mono"/>
                <a:sym typeface="Roboto Mono"/>
              </a:rPr>
              <a:t>main</a:t>
            </a:r>
            <a:r>
              <a:rPr lang="es" sz="4700">
                <a:latin typeface="Arial"/>
                <a:ea typeface="Arial"/>
                <a:cs typeface="Arial"/>
                <a:sym typeface="Arial"/>
              </a:rPr>
              <a:t> controla todo el funcionamiento del programa de la tienda. Primero crea punteros nulos para las listas de usuarios y productos, y luego usa un menú interactivo dentro de un bucle </a:t>
            </a:r>
            <a:r>
              <a:rPr lang="es" sz="4700">
                <a:latin typeface="Roboto Mono"/>
                <a:ea typeface="Roboto Mono"/>
                <a:cs typeface="Roboto Mono"/>
                <a:sym typeface="Roboto Mono"/>
              </a:rPr>
              <a:t>do-while</a:t>
            </a:r>
            <a:r>
              <a:rPr lang="es" sz="4700">
                <a:latin typeface="Arial"/>
                <a:ea typeface="Arial"/>
                <a:cs typeface="Arial"/>
                <a:sym typeface="Arial"/>
              </a:rPr>
              <a:t> para que el usuario elija una opción. Según la opción ingresada, puede registrar un usuario, agregar productos, buscarlos, eliminarlos o mostrarlos. Si elige la opción 6, el programa finaliza mostrando un mensaje de despedida.</a:t>
            </a:r>
            <a:endParaRPr sz="4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4" name="Google Shape;19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384750" cy="3432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5400" y="152400"/>
            <a:ext cx="3869375" cy="3432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